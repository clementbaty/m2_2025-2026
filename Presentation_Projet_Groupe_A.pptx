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31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6321-8300-41B1-E3E4-3E6DE69C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E024A-823B-0A4B-280D-9F4638D8D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2573B-B49F-183F-CFA5-F1D3746BD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FC4BA-651C-DA6F-D79E-7FC2F2326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3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120640"/>
            <a:ext cx="54864" cy="54864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" y="4923855"/>
            <a:ext cx="54864" cy="54864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" y="4846437"/>
            <a:ext cx="54864" cy="54864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4935347"/>
            <a:ext cx="54864" cy="54864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0" y="5136653"/>
            <a:ext cx="54864" cy="54864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5328246"/>
            <a:ext cx="54864" cy="54864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/home/claude/groupA_pptx/icon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912114"/>
            <a:ext cx="553212" cy="5532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196596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0" y="25146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A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et analyse d'un signal à partir d'un fichier CSV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97196" y="4343400"/>
            <a:ext cx="2194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programmation — Master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générale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et son rôle dans le projet global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module réalise l'acquisition et l'analyse d'un signal à partir d'un fichier CSV.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peut 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un signal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des informations complémentaires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traitement pour obtenir automatiquement les caractéristiques du signal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0" y="1554480"/>
            <a:ext cx="4507992" cy="4480560"/>
          </a:xfrm>
          <a:prstGeom prst="roundRect">
            <a:avLst>
              <a:gd name="adj" fmla="val 16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974836" y="1920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/home/claude/groupA_pptx/icon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002" y="2105406"/>
            <a:ext cx="452628" cy="4526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288036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06640" y="3383280"/>
            <a:ext cx="3959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s'intègre dans une architecture composée de plusieurs groupes.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produites doivent être exploitables par les autres parties du projet.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Cahier des charges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contraintes imposées au projet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76656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groupA_pptx/icon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87" y="20539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en Python 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8536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17136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groupA_pptx/icon_pyq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867" y="2053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8656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17136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avec PyQt5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9016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357616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groupA_pptx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347" y="2053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SciPy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7616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et traitement scientifique des données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8056" y="39319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76656" y="4160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groupA_pptx/icon_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387" y="42942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8176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POO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6656" y="4846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orienté objet, modulaire et documenté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88536" y="39319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517136" y="4160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/home/claude/groupA_pptx/icon_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867" y="429425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48656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PEP8 / PEP257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17136" y="4846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conventions de codage Python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29016" y="39319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8357616" y="4160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groupA_pptx/icon_g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347" y="429425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89136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7616" y="4846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 et gestion de versions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technique du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2057400" cy="411480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84732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groupA_pptx/icon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" y="3429000"/>
            <a:ext cx="1728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principal, simple, lisible, vaste écosystème scientifique.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43784" y="1691640"/>
            <a:ext cx="2057400" cy="411480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506724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groupA_pptx/icon_pyq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2926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PyQt5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08376" y="3429000"/>
            <a:ext cx="1728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graphique. Qt Designer sépare la partie graphique (.ui) de la logique (.py).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2057400" cy="411480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728716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groupA_pptx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176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926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30368" y="3429000"/>
            <a:ext cx="1728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et exploitation des fichiers CSV.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87768" y="1691640"/>
            <a:ext cx="2057400" cy="411480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950708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groupA_pptx/icon_sci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1762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7496" y="2926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429000"/>
            <a:ext cx="1728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scientifiques et analyse avancée des signaux.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09760" y="1691640"/>
            <a:ext cx="2057400" cy="411480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1017270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/home/claude/groupA_pptx/icon_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7292" y="21762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19488" y="2926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674352" y="3429000"/>
            <a:ext cx="1728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simultané, historique du projet, gestion des versions.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du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sélection du fichier CSV aux résultats affichés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42616" y="2194560"/>
            <a:ext cx="182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0243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0243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8521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7665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sélectionne un fichier CSV contenant un signal.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82896" y="2194560"/>
            <a:ext cx="182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4271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4271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2549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91693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6265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charge les données du fichier.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3176" y="2194560"/>
            <a:ext cx="182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68299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829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6577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5721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du vecteur temps et des échantillons du signal.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63456" y="2194560"/>
            <a:ext cx="182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92327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92327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0605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39749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4321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d'échantillonnage, durée, nombre d'échantillons, date de traitement.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6355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016355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4633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63777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Affichage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8349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 affichés dans l'interface graphique.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peut également renseigner le type et la source du signal.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65462-5C8D-6747-2BED-A8707375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E65A11-7308-F239-3C8A-389F3B183D55}"/>
              </a:ext>
            </a:extLst>
          </p:cNvPr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3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9D6F22D-C8A9-DA68-8C87-DE7B636C98A9}"/>
              </a:ext>
            </a:extLst>
          </p:cNvPr>
          <p:cNvSpPr/>
          <p:nvPr/>
        </p:nvSpPr>
        <p:spPr>
          <a:xfrm>
            <a:off x="10163556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70B111C-83C4-F651-0029-99F829B3619A}"/>
              </a:ext>
            </a:extLst>
          </p:cNvPr>
          <p:cNvSpPr/>
          <p:nvPr/>
        </p:nvSpPr>
        <p:spPr>
          <a:xfrm>
            <a:off x="1016355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0D8BD1C-BB87-4D21-1C00-5DC0C34CF67D}"/>
              </a:ext>
            </a:extLst>
          </p:cNvPr>
          <p:cNvSpPr/>
          <p:nvPr/>
        </p:nvSpPr>
        <p:spPr>
          <a:xfrm>
            <a:off x="9546336" y="2834640"/>
            <a:ext cx="2057400" cy="2148840"/>
          </a:xfrm>
          <a:prstGeom prst="roundRect">
            <a:avLst>
              <a:gd name="adj" fmla="val 3111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8A65DCD-4778-8B1B-2EE1-5762A3D692AA}"/>
              </a:ext>
            </a:extLst>
          </p:cNvPr>
          <p:cNvSpPr/>
          <p:nvPr/>
        </p:nvSpPr>
        <p:spPr>
          <a:xfrm>
            <a:off x="9637776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Affichage</a:t>
            </a:r>
            <a:endParaRPr lang="en-US" sz="1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3231CF-6042-39B1-2E2B-E3F72B212FA5}"/>
              </a:ext>
            </a:extLst>
          </p:cNvPr>
          <p:cNvSpPr/>
          <p:nvPr/>
        </p:nvSpPr>
        <p:spPr>
          <a:xfrm>
            <a:off x="9683496" y="33832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 affichés dans l'interface graphique.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B35BBE6-3706-94F4-84AF-767CAEDCC3E0}"/>
              </a:ext>
            </a:extLst>
          </p:cNvPr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peut également renseigner le type et la source du signal.</a:t>
            </a:r>
            <a:endParaRPr lang="en-US" sz="13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DA01553-767B-3C87-1B69-3FFA3D752411}"/>
              </a:ext>
            </a:extLst>
          </p:cNvPr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B189040-2017-B3FD-7EB9-C07B80CA066B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7A108B33-1429-40E0-4940-7E184CF0C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5" t="1417"/>
          <a:stretch>
            <a:fillRect/>
          </a:stretch>
        </p:blipFill>
        <p:spPr>
          <a:xfrm>
            <a:off x="1302589" y="1275512"/>
            <a:ext cx="5555411" cy="39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8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programmation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orientée objet autour de deux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11196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groupA_pptx/icon_user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22174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MainWindow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19556" y="37490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l'interface graphique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interactions utilisateur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 les boutons aux traitements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3076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563356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groupA_pptx/icon_sig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2174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97396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MonSignalGrpA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871716" y="37490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le signal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les données du signal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les méthodes d'acquisition et de traitement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séparation améliore la lisibilité du code et facilite sa maintenance.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du travail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travail réparti et centralisé grâce à Git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" y="182880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35508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groupA_pptx/icon_pyq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9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5316" y="18288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l'interface graphique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7356" y="182880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441948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groupA_pptx/icon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79" y="209969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1756" y="18288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des classes Python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70916" y="306324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35508" y="3200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/home/claude/groupA_pptx/icon_cs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39" y="3334131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5316" y="30632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fichiers CSV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77356" y="306324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6441948" y="3200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/home/claude/groupA_pptx/icon_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679" y="3334131"/>
            <a:ext cx="326898" cy="3268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1756" y="30632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caractéristiques du signal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70916" y="429768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35508" y="4434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/home/claude/groupA_pptx/icon_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239" y="456857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85316" y="42976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77356" y="429768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41948" y="4434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/home/claude/groupA_pptx/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679" y="4568571"/>
            <a:ext cx="326898" cy="3268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91756" y="42976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tests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470916" y="5577840"/>
            <a:ext cx="11247120" cy="685800"/>
          </a:xfrm>
          <a:prstGeom prst="roundRect">
            <a:avLst>
              <a:gd name="adj" fmla="val 9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1"/>
          <p:cNvSpPr/>
          <p:nvPr/>
        </p:nvSpPr>
        <p:spPr>
          <a:xfrm>
            <a:off x="635508" y="5696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6" descr="/home/claude/groupA_pptx/icon_te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378" y="5799582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48156" y="5577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 permis de centraliser les développements et de suivre les contributions de chacun.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obstacles progressivement résolus par les tests et le travail collaboratif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groupA_pptx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37" y="19876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2880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de PyQt5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97280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groupA_pptx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37" y="2883789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2491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événements graphiques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97280" y="36667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/home/claude/groupA_pptx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37" y="3779901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3621024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sécurisée des fichiers CSV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097280" y="45628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3" descr="/home/claude/groupA_pptx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37" y="4676013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28800" y="451713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normes PEP8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097280" y="54589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4" descr="/home/claude/groupA_pptx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37" y="5572125"/>
            <a:ext cx="276606" cy="2766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828800" y="541324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parties développées par chaque membre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du fichier de sortie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CSV : simple, compatible, lisible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groupA_pptx/icon_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du CSV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 de lecture par les autres groupes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ligne du fichier correspond à l'en-tête des colonnes.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1691640"/>
            <a:ext cx="5650992" cy="4343400"/>
          </a:xfrm>
          <a:prstGeom prst="roundRect">
            <a:avLst>
              <a:gd name="adj" fmla="val 1684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263640" y="192024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Informations enregistrées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63640" y="2468880"/>
            <a:ext cx="5102352" cy="493776"/>
          </a:xfrm>
          <a:prstGeom prst="rect">
            <a:avLst/>
          </a:prstGeom>
          <a:solidFill>
            <a:srgbClr val="0A6F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492240" y="246888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3035808"/>
            <a:ext cx="5102352" cy="493776"/>
          </a:xfrm>
          <a:prstGeom prst="rect">
            <a:avLst/>
          </a:prstGeom>
          <a:solidFill>
            <a:srgbClr val="0B7C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492240" y="3035808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3602736"/>
            <a:ext cx="5102352" cy="493776"/>
          </a:xfrm>
          <a:prstGeom prst="rect">
            <a:avLst/>
          </a:prstGeom>
          <a:solidFill>
            <a:srgbClr val="0A6F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492240" y="3602736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d'éch.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4169664"/>
            <a:ext cx="5102352" cy="493776"/>
          </a:xfrm>
          <a:prstGeom prst="rect">
            <a:avLst/>
          </a:prstGeom>
          <a:solidFill>
            <a:srgbClr val="0B7C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492240" y="4169664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63640" y="4736592"/>
            <a:ext cx="5102352" cy="493776"/>
          </a:xfrm>
          <a:prstGeom prst="rect">
            <a:avLst/>
          </a:prstGeom>
          <a:solidFill>
            <a:srgbClr val="0A6F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492240" y="4736592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échant.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5303520"/>
            <a:ext cx="5102352" cy="493776"/>
          </a:xfrm>
          <a:prstGeom prst="rect">
            <a:avLst/>
          </a:prstGeom>
          <a:solidFill>
            <a:srgbClr val="0B7C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492240" y="530352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Acquisition et analyse de signal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5486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groupA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77495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916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nous a permis de mettre en pratique 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5236" y="31089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613916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groupA_pptx/icon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508" y="35478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" y="4251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programmation orientée objet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88436" y="31089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357116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/home/claude/groupA_pptx/icon_pyq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708" y="354787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25596" y="4251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développement d'interfaces graphiques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31636" y="31089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7100316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/home/claude/groupA_pptx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08" y="354787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68796" y="4251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manipulation de données scientifiques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974836" y="31089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9843516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/home/claude/groupA_pptx/icon_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8108" y="354787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11996" y="4251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collaboratif avec Git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371600" y="5394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B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première étape vers une chaîne de traitement complète, exploitable par les autres modules du projet global.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Grand écran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projet – Groupe A</dc:title>
  <dc:subject>PptxGenJS Presentation</dc:subject>
  <dc:creator>Groupe A</dc:creator>
  <cp:lastModifiedBy>Tom Bottazzini</cp:lastModifiedBy>
  <cp:revision>2</cp:revision>
  <dcterms:created xsi:type="dcterms:W3CDTF">2026-06-17T11:54:26Z</dcterms:created>
  <dcterms:modified xsi:type="dcterms:W3CDTF">2026-06-17T12:12:08Z</dcterms:modified>
</cp:coreProperties>
</file>