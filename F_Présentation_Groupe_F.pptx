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CD032-273A-D16F-BF53-37D5CBCE3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06735F-4971-558F-0685-2BEF2ECE5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671E6B-53CE-6E2A-98E7-C191AAE0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5A6AC3-AAF2-50FD-55B4-2318217CE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D8F586-4B0E-A020-7DE9-95D52E76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655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7EB41E-B2F6-0063-B771-0E60860B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AA6999-4FE6-33D0-3185-20C36475D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24F12B-04B2-CBB4-3BF8-1EABFA00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998FB-EF4E-354F-7026-119BCBCE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044AEC-705E-01F6-FD96-02669B68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153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F4A97A-EAE2-FF3C-55DF-E340C338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B71736-ABF8-050C-34F1-3EE5DD3A7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76EBC4-B5CE-D14A-8CAC-AA89FC7C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A4D140-1494-3AB4-42B3-7E370A5C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B72EA2-5125-EE76-4BC7-869DE942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05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84ADF5-85F8-8494-FD63-129130407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94DF76-63F5-E549-1FB8-D332C11ED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7628D1-98DB-070D-0242-6BC33DF39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066627-F943-0473-46A2-B5F6B424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B9161A-E29B-4A64-4350-8D9463E8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86BBEF-8619-FAB3-EA06-9D8D6B26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72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A75FE8-FCA9-1C49-36B2-77A23F7E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B66BCA-FCF3-A9B0-DC4B-A11027345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969B09-0C76-8E19-543F-B2F7965D0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56C50A-885B-1FB9-765C-E341CB342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9BC75F-3D97-896F-C7FF-28D3EEC9F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A705CE8-EDFD-A59A-1713-F249E94F3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7CE9D9D-E6E0-2941-CBBA-A83F849D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5CEB66-3673-33AF-1F5B-FE6801E3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4759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B4330D-AD06-B5F0-2B2D-A61490F2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96573B5-D0F8-4F75-D61D-4380B32B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BEBB57-06DF-63BA-8CA8-E718D0B8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DBD7078-573B-B9AE-FB31-366EDF32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18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575EBDA-0B2B-04F3-0635-9DB61D81C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96D6DC-DB37-9AA6-813D-3518A9F1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9399B2-298B-33BD-CFFC-08EF1F52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57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CC281E-2315-B3D2-F93C-0B96FD74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02189E-6FFA-1364-45C0-526E9D45C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DF85E8-871D-DE2E-CA11-A0BE226AF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5DBF3C-A619-15C6-29C6-88237126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FC4EE4-5511-ABFC-EE96-9355BAD9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166927-CF2E-942F-0FA3-80FC346B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93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B29343-1731-5792-11B8-B61A5FBE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072CC1B-0FD9-D7BC-A695-44EA59501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5A8514-A33F-4129-0B5A-35582FB8E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96334E-18B1-8699-19FF-38E956D0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AF23D2-F61C-145D-E091-33A9B7EC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D52233-7BA7-CADB-EF60-2A019710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77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DC562-9417-16B9-5687-2AEE5E72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57675E-0DD0-8EC9-0FFC-94C220EB6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F2D1B9-AED9-51B9-2D63-BA2575EA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71C151-A0CB-CB03-D94F-3841F3D1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DFB471-258C-1BAF-2FAB-DDC5AB81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24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75594FE-594C-7116-B457-FBA9F21A7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31E1D7-4E03-3155-DB4E-FC48EF254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D1C389-86E0-3904-BB1B-AFE30E34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1A84B2-068D-9D99-6241-CFC4090E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44B77D-16C9-F9D0-A8F3-904B5569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3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E0942B6-EA09-201C-C074-523A1AA81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A4819C-3F88-11ED-89A2-7D5B085FE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44679B-B538-66FF-A0D4-82C49DD5D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94F33-6080-47D9-B8B5-681216ACC957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413B86-9C71-4E5D-DC9F-7D09535C4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472D7D-277E-D26E-701D-E39E5EE79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90F89-4B1F-4F5D-8426-D4D6BAAE4D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765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2225A-D341-A564-B316-925D05FBE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7718114-18FD-7FAC-EA9B-2B1BBC29CB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23912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Quentin ROUX</dc:creator>
  <cp:lastModifiedBy>Quentin ROUX</cp:lastModifiedBy>
  <cp:revision>1</cp:revision>
  <dcterms:created xsi:type="dcterms:W3CDTF">2026-06-17T12:32:59Z</dcterms:created>
  <dcterms:modified xsi:type="dcterms:W3CDTF">2026-06-17T12:33:10Z</dcterms:modified>
</cp:coreProperties>
</file>