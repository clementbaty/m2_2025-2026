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1" r:id="rId1"/>
  </p:sldMasterIdLst>
  <p:sldIdLst>
    <p:sldId id="256" r:id="rId2"/>
    <p:sldId id="257" r:id="rId3"/>
    <p:sldId id="260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5143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803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538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3407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97143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01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197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4548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319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465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920875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359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804102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16848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75104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8671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A94F33-6080-47D9-B8B5-681216ACC957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3D90F89-4B1F-4F5D-8426-D4D6BAAE4D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6982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82225A-D341-A564-B316-925D05FBED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Présentation Groupe F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7718114-18FD-7FAC-EA9B-2B1BBC29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475" y="6291072"/>
            <a:ext cx="7766936" cy="392852"/>
          </a:xfrm>
        </p:spPr>
        <p:txBody>
          <a:bodyPr/>
          <a:lstStyle/>
          <a:p>
            <a:pPr algn="l"/>
            <a:r>
              <a:rPr lang="fr-FR" dirty="0"/>
              <a:t>BAUDET, FORNER, LATORRE, ROUX</a:t>
            </a:r>
          </a:p>
        </p:txBody>
      </p:sp>
    </p:spTree>
    <p:extLst>
      <p:ext uri="{BB962C8B-B14F-4D97-AF65-F5344CB8AC3E}">
        <p14:creationId xmlns:p14="http://schemas.microsoft.com/office/powerpoint/2010/main" val="732391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06E6-1951-0615-C783-D45BF8215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>
            <a:normAutofit/>
          </a:bodyPr>
          <a:lstStyle/>
          <a:p>
            <a:r>
              <a:rPr lang="fr-FR" dirty="0"/>
              <a:t>Rappel Cahier des charges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91E59-A86B-5BA2-A263-771294E44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0"/>
            <a:ext cx="10515600" cy="4988243"/>
          </a:xfrm>
        </p:spPr>
        <p:txBody>
          <a:bodyPr/>
          <a:lstStyle/>
          <a:p>
            <a:pPr marL="0" indent="0">
              <a:buNone/>
            </a:pPr>
            <a:r>
              <a:rPr lang="fr-FR" sz="2800" dirty="0"/>
              <a:t>Sortie graphique finale :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sz="2400" dirty="0"/>
              <a:t>Chargement des résultats finaux </a:t>
            </a:r>
          </a:p>
          <a:p>
            <a:endParaRPr lang="fr-FR" sz="2400" dirty="0"/>
          </a:p>
          <a:p>
            <a:r>
              <a:rPr lang="fr-FR" sz="2400" dirty="0"/>
              <a:t>Affichage des différentes visualisation et mesures</a:t>
            </a:r>
          </a:p>
          <a:p>
            <a:endParaRPr lang="fr-FR" sz="2400" dirty="0"/>
          </a:p>
          <a:p>
            <a:r>
              <a:rPr lang="fr-FR" sz="2400" dirty="0"/>
              <a:t>Interaction avec les données (ex : zoom sur graph)</a:t>
            </a:r>
          </a:p>
        </p:txBody>
      </p:sp>
    </p:spTree>
    <p:extLst>
      <p:ext uri="{BB962C8B-B14F-4D97-AF65-F5344CB8AC3E}">
        <p14:creationId xmlns:p14="http://schemas.microsoft.com/office/powerpoint/2010/main" val="1893558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06E6-1951-0615-C783-D45BF8215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>
            <a:normAutofit/>
          </a:bodyPr>
          <a:lstStyle/>
          <a:p>
            <a:r>
              <a:rPr lang="fr-FR" dirty="0"/>
              <a:t>Comment a été réalisé le travail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91E59-A86B-5BA2-A263-771294E44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0"/>
            <a:ext cx="10515600" cy="4988243"/>
          </a:xfrm>
        </p:spPr>
        <p:txBody>
          <a:bodyPr>
            <a:normAutofit/>
          </a:bodyPr>
          <a:lstStyle/>
          <a:p>
            <a:r>
              <a:rPr lang="fr-FR" sz="2400" dirty="0"/>
              <a:t>Programmation en Python 3 (via </a:t>
            </a:r>
            <a:r>
              <a:rPr lang="fr-FR" sz="2400" dirty="0" err="1"/>
              <a:t>Spyder</a:t>
            </a:r>
            <a:r>
              <a:rPr lang="fr-FR" sz="2400" dirty="0"/>
              <a:t> et </a:t>
            </a:r>
            <a:r>
              <a:rPr lang="fr-FR" sz="2400" dirty="0" err="1"/>
              <a:t>PyCharm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Utilisation de PyQt5 pour la partie graphique</a:t>
            </a:r>
          </a:p>
          <a:p>
            <a:endParaRPr lang="fr-FR" sz="2400" dirty="0"/>
          </a:p>
          <a:p>
            <a:r>
              <a:rPr lang="fr-FR" sz="2400" dirty="0"/>
              <a:t>Répartition travail : 2 en back 2 en front</a:t>
            </a:r>
          </a:p>
          <a:p>
            <a:endParaRPr lang="fr-FR" sz="2400" dirty="0"/>
          </a:p>
          <a:p>
            <a:r>
              <a:rPr lang="fr-FR" sz="2400" dirty="0"/>
              <a:t>Points d’appuis : Points vu en cours</a:t>
            </a:r>
          </a:p>
          <a:p>
            <a:endParaRPr lang="fr-FR" sz="2400" dirty="0"/>
          </a:p>
          <a:p>
            <a:r>
              <a:rPr lang="fr-FR" sz="2400" dirty="0"/>
              <a:t>Difficultés rencontrées : Manque de communication dans le groupe</a:t>
            </a:r>
          </a:p>
        </p:txBody>
      </p:sp>
    </p:spTree>
    <p:extLst>
      <p:ext uri="{BB962C8B-B14F-4D97-AF65-F5344CB8AC3E}">
        <p14:creationId xmlns:p14="http://schemas.microsoft.com/office/powerpoint/2010/main" val="816809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06E6-1951-0615-C783-D45BF8215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239"/>
            <a:ext cx="10515600" cy="823595"/>
          </a:xfrm>
        </p:spPr>
        <p:txBody>
          <a:bodyPr>
            <a:normAutofit/>
          </a:bodyPr>
          <a:lstStyle/>
          <a:p>
            <a:r>
              <a:rPr lang="fr-FR" dirty="0"/>
              <a:t>Sortie Finale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91E59-A86B-5BA2-A263-771294E44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2834"/>
            <a:ext cx="10515600" cy="49882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1ere fenêtre : principale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174E816-F745-F356-A194-507A30E386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09" t="8650" r="18735" b="26737"/>
          <a:stretch/>
        </p:blipFill>
        <p:spPr>
          <a:xfrm>
            <a:off x="2295144" y="1643255"/>
            <a:ext cx="7598664" cy="467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37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06E6-1951-0615-C783-D45BF8215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>
            <a:normAutofit/>
          </a:bodyPr>
          <a:lstStyle/>
          <a:p>
            <a:r>
              <a:rPr lang="fr-FR" dirty="0"/>
              <a:t>Sortie Finale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91E59-A86B-5BA2-A263-771294E44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1"/>
            <a:ext cx="10515600" cy="45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2e fenêtre : graphique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4C7DF7C-A12D-ABB8-CD07-1297EBAFD1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5" t="5263" r="10901" b="26993"/>
          <a:stretch/>
        </p:blipFill>
        <p:spPr>
          <a:xfrm>
            <a:off x="591312" y="1645920"/>
            <a:ext cx="10762488" cy="3392424"/>
          </a:xfrm>
          <a:prstGeom prst="rect">
            <a:avLst/>
          </a:prstGeo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86399A3-F90D-E44F-BA7C-B56159E3067D}"/>
              </a:ext>
            </a:extLst>
          </p:cNvPr>
          <p:cNvSpPr txBox="1">
            <a:spLocks/>
          </p:cNvSpPr>
          <p:nvPr/>
        </p:nvSpPr>
        <p:spPr>
          <a:xfrm>
            <a:off x="838200" y="5285232"/>
            <a:ext cx="10515600" cy="89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dirty="0"/>
              <a:t>Boutons pour changer de graph, actualiser, exporter les graphs…</a:t>
            </a:r>
          </a:p>
        </p:txBody>
      </p:sp>
    </p:spTree>
    <p:extLst>
      <p:ext uri="{BB962C8B-B14F-4D97-AF65-F5344CB8AC3E}">
        <p14:creationId xmlns:p14="http://schemas.microsoft.com/office/powerpoint/2010/main" val="3726942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06E6-1951-0615-C783-D45BF8215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>
            <a:normAutofit/>
          </a:bodyPr>
          <a:lstStyle/>
          <a:p>
            <a:r>
              <a:rPr lang="fr-FR" dirty="0"/>
              <a:t>Sortie Finale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91E59-A86B-5BA2-A263-771294E44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1"/>
            <a:ext cx="10515600" cy="45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2e fenêtre : graphique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86399A3-F90D-E44F-BA7C-B56159E3067D}"/>
              </a:ext>
            </a:extLst>
          </p:cNvPr>
          <p:cNvSpPr txBox="1">
            <a:spLocks/>
          </p:cNvSpPr>
          <p:nvPr/>
        </p:nvSpPr>
        <p:spPr>
          <a:xfrm>
            <a:off x="838200" y="5468112"/>
            <a:ext cx="10515600" cy="891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dirty="0"/>
              <a:t>Affichage erreur si valeur erronée/non sélectionné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37E086-B9B5-906C-5AA0-8955849F6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6944"/>
            <a:ext cx="11448288" cy="365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53366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43</TotalTime>
  <Words>126</Words>
  <Application>Microsoft Office PowerPoint</Application>
  <PresentationFormat>Grand écran</PresentationFormat>
  <Paragraphs>28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Trebuchet MS</vt:lpstr>
      <vt:lpstr>Wingdings 3</vt:lpstr>
      <vt:lpstr>Facette</vt:lpstr>
      <vt:lpstr>Présentation Groupe F</vt:lpstr>
      <vt:lpstr>Rappel Cahier des charges</vt:lpstr>
      <vt:lpstr>Comment a été réalisé le travail ?</vt:lpstr>
      <vt:lpstr>Sortie Finale</vt:lpstr>
      <vt:lpstr>Sortie Finale</vt:lpstr>
      <vt:lpstr>Sortie Finale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Quentin ROUX</dc:creator>
  <cp:lastModifiedBy>Nathan Baudet</cp:lastModifiedBy>
  <cp:revision>3</cp:revision>
  <dcterms:created xsi:type="dcterms:W3CDTF">2026-06-17T12:32:59Z</dcterms:created>
  <dcterms:modified xsi:type="dcterms:W3CDTF">2026-06-17T13:17:26Z</dcterms:modified>
</cp:coreProperties>
</file>