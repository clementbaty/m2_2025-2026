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7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812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A0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2926080" cy="2926080"/>
          </a:xfrm>
          <a:prstGeom prst="ellipse">
            <a:avLst/>
          </a:prstGeom>
          <a:solidFill>
            <a:srgbClr val="C4AA8F"/>
          </a:solidFill>
          <a:ln w="12700">
            <a:solidFill>
              <a:srgbClr val="C4AA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D — Traitement et Classification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Programmation et Acquisition — M2 2025-2026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: SIDORKIEWICZ, THIAM, DIONG, KASSA-BAGHDOUCHE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rôle du Groupe 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Maillon de classification dans la chaîne de traitement A → B → C → D → E → 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5087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D0DFF0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72768" y="1965960"/>
            <a:ext cx="420624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737360" y="15087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D0DFF0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737360" y="1508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35808" y="1965960"/>
            <a:ext cx="420624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D0DFF0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0" y="1508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98848" y="1965960"/>
            <a:ext cx="420624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663440" y="1508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61888" y="1965960"/>
            <a:ext cx="420624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D0DFF0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26480" y="1508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24928" y="1965960"/>
            <a:ext cx="420624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7589520" y="150876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D0DFF0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589520" y="150876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E8F4FD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22" name="Text 20"/>
          <p:cNvSpPr/>
          <p:nvPr/>
        </p:nvSpPr>
        <p:spPr>
          <a:xfrm>
            <a:off x="54864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200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(fourni par Groupe C)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du signal</a:t>
            </a:r>
          </a:p>
          <a:p>
            <a:pPr marL="0" indent="0" algn="ctr">
              <a:buNone/>
            </a:pPr>
            <a:endParaRPr lang="en-US" sz="1200" dirty="0">
              <a:solidFill>
                <a:srgbClr val="55555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27432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FFF8E1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4747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20440" y="3200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Lecture, </a:t>
            </a:r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modèle de classification,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comparaison des données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fichier CSV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27432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E8F5E9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4008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3200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processed_data.csv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label + confiance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Groupe 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l'interface PyQt5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développée en Python avec PyQt5 — 3 étapes séquentielles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27048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1417320"/>
            <a:ext cx="7589520" cy="713232"/>
          </a:xfrm>
          <a:prstGeom prst="roundRect">
            <a:avLst>
              <a:gd name="adj" fmla="val 10256"/>
            </a:avLst>
          </a:prstGeom>
          <a:solidFill>
            <a:srgbClr val="D0E8F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234440" y="1453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features.csv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fichier CSV fourni par le Groupe C via une fenêtre de sélection de fichier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2267712"/>
            <a:ext cx="7589520" cy="713232"/>
          </a:xfrm>
          <a:prstGeom prst="roundRect">
            <a:avLst>
              <a:gd name="adj" fmla="val 10256"/>
            </a:avLst>
          </a:prstGeom>
          <a:solidFill>
            <a:srgbClr val="FFF3C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23444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des données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6151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fichier, détection des colonnes disponibles et normalisation des données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27832"/>
            <a:ext cx="438912" cy="43891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3227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3118104"/>
            <a:ext cx="7589520" cy="713232"/>
          </a:xfrm>
          <a:prstGeom prst="roundRect">
            <a:avLst>
              <a:gd name="adj" fmla="val 10256"/>
            </a:avLst>
          </a:prstGeom>
          <a:solidFill>
            <a:srgbClr val="D1E7DD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2344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46557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l'arbre de décision sur les features et affichage du résultat avec score de confiance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F8F9FA"/>
          </a:solidFill>
          <a:ln w="190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0080" y="4087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affiché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3708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détecté (Audio / Vidéo / Image / Bruit)  +  Score de confiance  +  Barres par classe  +  Export processed_data.csv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classification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de décision basé sur les caractéristiques du signal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127248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std_dev &lt; 0.01  →  signal quasi-plat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FIXE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 &gt; 6  →  pics impulsifs rares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BRUIT IMPULSIF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spectral_centroid &gt; 1500 Hz + fft_mag &gt; 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TONAL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spectral_centroid entre 800 et 1500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std_dev &gt; 0.20 et rms_energy &gt; 0.40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VIDÉO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kurtosis &gt; 4 et centroid &lt; 500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std_dev &gt; 0.20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VIDÉO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 &gt; 500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015" y="30861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&amp; résultats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11015" y="108585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avec le fichier features.csv fourni — les signaux classifiés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5E9"/>
          </a:solidFill>
          <a:ln w="1905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Résultat : 90% Image — confiance 90% — processed_data.csv exporté vers le Groupe E</a:t>
            </a:r>
            <a:endParaRPr lang="en-US" sz="13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F4B43E71-20AA-3ACF-17A5-78C7DBE9D811}"/>
              </a:ext>
            </a:extLst>
          </p:cNvPr>
          <p:cNvSpPr/>
          <p:nvPr/>
        </p:nvSpPr>
        <p:spPr>
          <a:xfrm>
            <a:off x="288388" y="1748790"/>
            <a:ext cx="1906172" cy="1737360"/>
          </a:xfrm>
          <a:prstGeom prst="roundRect">
            <a:avLst>
              <a:gd name="adj" fmla="val 4000"/>
            </a:avLst>
          </a:prstGeom>
          <a:solidFill>
            <a:srgbClr val="D0E8F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73DCCF27-140A-03C3-C026-F3BA28C911E1}"/>
              </a:ext>
            </a:extLst>
          </p:cNvPr>
          <p:cNvSpPr/>
          <p:nvPr/>
        </p:nvSpPr>
        <p:spPr>
          <a:xfrm>
            <a:off x="-56271" y="20345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0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49606BF4-3F14-76A3-ED78-5683EB9EEABB}"/>
              </a:ext>
            </a:extLst>
          </p:cNvPr>
          <p:cNvSpPr/>
          <p:nvPr/>
        </p:nvSpPr>
        <p:spPr>
          <a:xfrm>
            <a:off x="-56271" y="232029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2600" dirty="0"/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C1576B1B-3569-9503-9984-7C9A20451A79}"/>
              </a:ext>
            </a:extLst>
          </p:cNvPr>
          <p:cNvSpPr/>
          <p:nvPr/>
        </p:nvSpPr>
        <p:spPr>
          <a:xfrm>
            <a:off x="-56271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Confiance : 90%</a:t>
            </a:r>
            <a:endParaRPr lang="en-US" sz="1300" dirty="0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FBB4CD80-3B02-6F54-5EB1-178AEDA0B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494" y="0"/>
            <a:ext cx="4366505" cy="37761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0E8F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principal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3CD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42900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1783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&amp; boutons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1E7DD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280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1783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et traitement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fichiers CSV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8D7DA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numériques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30175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E2D9F3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42900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429000" y="3611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group-D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0175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E5D0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30936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3611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A0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1097280"/>
            <a:ext cx="2926080" cy="2926080"/>
          </a:xfrm>
          <a:prstGeom prst="ellipse">
            <a:avLst/>
          </a:prstGeom>
          <a:solidFill>
            <a:srgbClr val="C4AA8F"/>
          </a:solidFill>
          <a:ln w="12700">
            <a:solidFill>
              <a:srgbClr val="C4AA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PyQt5 fonctionnelle avec 3 étapes séquentielles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de classification basé sur l'arbre de décision du cours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avec n'importe quel fichier CSV grâce à la détection automatique des colonnes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Exportation du fichier processed_data.csv pour le Groupe 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440</Words>
  <Application>Microsoft Office PowerPoint</Application>
  <PresentationFormat>Affichage à l'écran (16:9)</PresentationFormat>
  <Paragraphs>109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Groupe D — Traitement et Classification</dc:title>
  <dc:subject>PptxGenJS Presentation</dc:subject>
  <dc:creator>sokhna.thiam@michelin.com</dc:creator>
  <cp:lastModifiedBy>Sokhna Thiam</cp:lastModifiedBy>
  <cp:revision>4</cp:revision>
  <dcterms:created xsi:type="dcterms:W3CDTF">2026-06-16T14:09:09Z</dcterms:created>
  <dcterms:modified xsi:type="dcterms:W3CDTF">2026-06-17T12:07:00Z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9e9a456-2778-4ca9-be06-1190b1e1118a_Enabled">
    <vt:lpwstr>true</vt:lpwstr>
  </property>
  <property fmtid="{D5CDD505-2E9C-101B-9397-08002B2CF9AE}" pid="3" name="MSIP_Label_09e9a456-2778-4ca9-be06-1190b1e1118a_SetDate">
    <vt:lpwstr>2026-06-17T12:02:47Z</vt:lpwstr>
  </property>
  <property fmtid="{D5CDD505-2E9C-101B-9397-08002B2CF9AE}" pid="4" name="MSIP_Label_09e9a456-2778-4ca9-be06-1190b1e1118a_Method">
    <vt:lpwstr>Standard</vt:lpwstr>
  </property>
  <property fmtid="{D5CDD505-2E9C-101B-9397-08002B2CF9AE}" pid="5" name="MSIP_Label_09e9a456-2778-4ca9-be06-1190b1e1118a_Name">
    <vt:lpwstr>D3</vt:lpwstr>
  </property>
  <property fmtid="{D5CDD505-2E9C-101B-9397-08002B2CF9AE}" pid="6" name="MSIP_Label_09e9a456-2778-4ca9-be06-1190b1e1118a_SiteId">
    <vt:lpwstr>658ba197-6c73-4fea-91bd-1c7d8de6bf2c</vt:lpwstr>
  </property>
  <property fmtid="{D5CDD505-2E9C-101B-9397-08002B2CF9AE}" pid="7" name="MSIP_Label_09e9a456-2778-4ca9-be06-1190b1e1118a_ActionId">
    <vt:lpwstr>89138038-2f99-4e52-92f0-8b6e7b08cf28</vt:lpwstr>
  </property>
  <property fmtid="{D5CDD505-2E9C-101B-9397-08002B2CF9AE}" pid="8" name="MSIP_Label_09e9a456-2778-4ca9-be06-1190b1e1118a_ContentBits">
    <vt:lpwstr>0</vt:lpwstr>
  </property>
  <property fmtid="{D5CDD505-2E9C-101B-9397-08002B2CF9AE}" pid="9" name="MSIP_Label_09e9a456-2778-4ca9-be06-1190b1e1118a_Tag">
    <vt:lpwstr>10, 3, 0, 1</vt:lpwstr>
  </property>
</Properties>
</file>